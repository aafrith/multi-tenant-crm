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846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D700"/>
                </a:solidFill>
              </a:rPr>
              <a:t>Python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EC9B0"/>
                </a:solidFill>
              </a:rPr>
              <a:t>A 15-Minute Crash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0C0FF"/>
                </a:solidFill>
              </a:rPr>
              <a:t>From zero to writing real Python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Presenter Name  •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📋  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What is Python &amp; why learn it?          (1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Variables &amp; Data Types                  (2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Operators &amp; Expressions                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Control Flow – if / elif / else         (2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Loops – for &amp; while                     (2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Functions                               (2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45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Lists &amp; Dictionaries (quick overview)   (2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1149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🔹  Wrap-up &amp; Q&amp;A                           (2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🌍  What is Python?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High-level, interpreted, general-purpose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Created by Guido van Rossum in 1991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Emphasises readability – code looks almost like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Huge ecosystem: web, data science, AI, automation, scripting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Used by Google, NASA, Netflix, Instagram, and YOU 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Free &amp; open-source — runs on Windows, macOS,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📦  Variables &amp; Data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A variable is a named container that stores a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No need to declare a type – Python figures it out!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Core types:  int  •  float  •  str  •  bool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Use type() to inspect any variable at any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Variable names: lowercase, underscores, no 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Rule of thumb: name it so it tells a 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📦  Variables – Live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44805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age      = 25              # 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price    = 9.99            # float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name     = 'Alice'         # 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is_admin = True            # bool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print(name, 'is', age, 'years old')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print(type(price))         # &lt;class 'float'&gt;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# f-string (modern way to format strings)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print(f'Hello, {name}! You are {age} years old.')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309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EC9B0"/>
                </a:solidFill>
              </a:rPr>
              <a:t>💡 Python is dynamically typed – no int x = 5 needed!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➕  Operators &amp; Expressions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Arithmetic:   +   -   *   /   //   %   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Comparison:   ==   !=   &lt;   &gt;   &lt;=   &gt;=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Logical:      and   or  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Assignment:   =   +=   -=   *=   /=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// is integer division,  ** is power  (2 ** 10 = 1024)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% is modulus (remainder)  → handy for even/odd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➕  Operators – Live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490118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x, y = 10,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print(x + y)    #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print(x // y)   # 3  (integer division)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print(x % y)    # 1  (remainder)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print(x ** y)   # 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# Compound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score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score += 5      # same as  score = score + 5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937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print(score)    #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332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EC9B0"/>
                </a:solidFill>
              </a:rPr>
              <a:t>💡 Use parentheses to control order of operations, just like math.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🔀  Control Flow – if / elif /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Make decisions in code based on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Python uses INDENTATION (4 spaces) instead of braces {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if  →  the first condition to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elif  →  else-if, checked when previous condition is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else  →  runs when none of the above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You can nest if-statements, but keep it shallow!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🔀  Control Flow – Live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44805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temperature =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if temperature &gt; 35: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print('🥵 Too hot!')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elif temperature &gt; 20: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print('😊 Nice weather')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elif temperature &gt; 10: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print('🧥 A bit chilly')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else: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print('🥶 Very cold!')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309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EC9B0"/>
                </a:solidFill>
              </a:rPr>
              <a:t>💡 Indentation is NOT optional in Python – it defines code blocks.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🔁  Loops – for &amp; while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Loops let you repeat code without copy-pasting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for loop  →  iterate over a sequence (list, range, string…)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while loop  →  repeat as long as a condition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range(n)  →  generates 0, 1, 2, … n-1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break  →  exit the loop 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continue  →  skip to the next iteration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🔁  Loops – Live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44805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# for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for i in range(5):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print(f'Count: {i}')   # 0 1 2 3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# while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countdown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while countdown &gt; 0: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print(countdown)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countdown -=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print('🚀 Blast off!')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309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EC9B0"/>
                </a:solidFill>
              </a:rPr>
              <a:t>💡 Prefer for loops when you know the count; while when you don't.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🛠️ 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A function is a reusable block of code with a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Define once, call many times → DRY principle (Don't Repeat Yourself)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def  keyword defines a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Parameters: inputs passed into the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return  sends a value back to the caller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Functions without return implicitly return 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🛠️  Functions – Live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44805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def greet(name, greeting='Hello'):  # default param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return f'{greeting}, {name}!'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print(greet('Alice'))             # Hello, Alice!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print(greet('Bob', 'Hi'))         # Hi, Bob!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def square(n):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return n **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print(square(7))                  # 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309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EC9B0"/>
                </a:solidFill>
              </a:rPr>
              <a:t>💡 Default parameters make functions flexible without extra calls.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📚  Lists &amp; Dictionaries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List  [ ]  →  ordered, mutable collection of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Access items by index:  fruits[0]  (zero-based)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Useful methods: append, remove, sort, len, pop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Dict  { }  →  key-value pairs (like a real dictionary)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Access values by key:  person['name']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▶  Useful methods: keys, values, items, 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📚  Lists &amp; Dicts – Live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321808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fruits = ['apple', 'banana', 'cherry']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fruits.append('mango')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print(fruits[0])          #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print(len(fruits))        #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person =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'name': 'Alice',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'age' : 30,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    'city': 'London'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937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print(person['name'])     # Alice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96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ABFFC7"/>
                </a:solidFill>
              </a:rPr>
              <a:t>print(person.get('job', 'unknown'))  # 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3562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EC9B0"/>
                </a:solidFill>
              </a:rPr>
              <a:t>💡 Lists = ordered; Dicts = labelled. Together they cover 80% of data needs!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🏁  Key Take-aways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✅  Python reads like English – indentation IS the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✅  Variables are created on assignment, no declaration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✅  if / elif / else → decision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✅  for &amp; while → repetition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107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✅  def → reusable code blocks (functions)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✅  list &amp; dict → your go-to 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45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  ⏭️  Next: Modules, File I/O, OOP, Error Handling…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65683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E2E"/>
                </a:solidFill>
              </a:rPr>
              <a:t>Python Basics  |  15-Minute Intro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74552" cy="52120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700"/>
                </a:solidFill>
              </a:rPr>
              <a:t>🙋  Questions &amp;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91640"/>
            <a:ext cx="9445752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📖  Official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EC9B0"/>
                </a:solidFill>
              </a:rPr>
              <a:t>docs.python.org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04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🎓  freeCodeCamp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04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EC9B0"/>
                </a:solidFill>
              </a:rPr>
              <a:t>freecodecamp.org/learn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352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💻  Replit (browser 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352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EC9B0"/>
                </a:solidFill>
              </a:rPr>
              <a:t>replit.com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655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🧩  Exercism.io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655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EC9B0"/>
                </a:solidFill>
              </a:rPr>
              <a:t>exercism.org/tracks/python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95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📺  CS Dojo / Corey Schafer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95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EC9B0"/>
                </a:solidFill>
              </a:rPr>
              <a:t>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</a:rPr>
              <a:t>Thank you for attending! 🐍  Happy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